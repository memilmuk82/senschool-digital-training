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emilmuk82\.codex\.chatgpt-projects\g-p-6a23bafbad7481918ebd7592aab01093\exports\slide-images\slide-0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서울특별시교육청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디벗 테크닉(+) — 네이버웍스 기반 학교 업무 효율화</dc:title>
  <dc:subject>디벗 전문가(테크니션) 직무연수</dc:subject>
  <dc:creator>종로산업정보학교</dc:creator>
  <cp:lastModifiedBy>종로산업정보학교</cp:lastModifiedBy>
  <cp:revision>1</cp:revision>
  <dcterms:created xsi:type="dcterms:W3CDTF">2026-09-03T13:32:21Z</dcterms:created>
  <dcterms:modified xsi:type="dcterms:W3CDTF">2026-09-03T13:32:21Z</dcterms:modified>
</cp:coreProperties>
</file>